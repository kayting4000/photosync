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07208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EduScan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D4FF"/>
                </a:solidFill>
              </a:rPr>
              <a:t>Backend API — Milestone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A0AEC0"/>
                </a:solidFill>
              </a:rPr>
              <a:t>FastAPI  ·  MVC Architecture  ·  Supabase PostgreSQL  ·  MSU-Tawi-Tawi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749039"/>
            <a:ext cx="3200400" cy="822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749039"/>
            <a:ext cx="320040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Presenter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EC0"/>
                </a:solidFill>
              </a:rPr>
              <a:t>Framework &amp;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3749039"/>
            <a:ext cx="3200400" cy="822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3749039"/>
            <a:ext cx="320040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840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Presenter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EC0"/>
                </a:solidFill>
              </a:rPr>
              <a:t>Endpoints &amp; Models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749039"/>
            <a:ext cx="3200400" cy="8229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3749039"/>
            <a:ext cx="3200400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38404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Presenter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160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EC0"/>
                </a:solidFill>
              </a:rPr>
              <a:t>Demo &amp; 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</a:rPr>
              <a:t>CCC151  |  Milestone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MVC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Project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4206240" cy="4937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91640"/>
            <a:ext cx="397763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8BDF8"/>
                </a:solidFill>
              </a:rPr>
              <a:t>backend/
  main.py          # app entry point
  database.py      # Supabase connection
  requirements.txt
  test_api.py
  models/          # M - table schemas
    student.py
    subject.py
    exam.py
    exam_result.py
  schemas/         # V - Pydantic models
    student.py
    exam_result.py
    auth.py  ...
  controllers/     # C - route handlers
    students.py
    subjects.py
    exams.py
    results.py
    grades.py 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188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Request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1691640"/>
            <a:ext cx="6492240" cy="12344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1691640"/>
            <a:ext cx="320040" cy="1234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15000" y="17647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1488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C63FF"/>
                </a:solidFill>
              </a:rPr>
              <a:t>models/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78308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Define table names &amp; column schemas
Maps to Supabase PostgreSQL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535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0AEC0"/>
                </a:solidFill>
              </a:rPr>
              <a:t>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3154680"/>
            <a:ext cx="6492240" cy="12344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03520" y="3154680"/>
            <a:ext cx="320040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32278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2C55E"/>
                </a:solidFill>
              </a:rPr>
              <a:t>schemas/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24612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Pydantic BaseModel classes
Validate &amp; serialize request/response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4165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0AEC0"/>
                </a:solidFill>
              </a:rPr>
              <a:t>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03520" y="4617720"/>
            <a:ext cx="6492240" cy="12344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4617720"/>
            <a:ext cx="320040" cy="123444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46908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CONTROLLERS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87171"/>
                </a:solidFill>
              </a:rPr>
              <a:t>controllers/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70916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APIRouter endpoints
Handle HTTP logic, call DB, return response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617220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EC0"/>
                </a:solidFill>
              </a:rPr>
              <a:t>HTTP Request  -&gt;  Controller  -&gt;  Model  -&gt;  Schema  -&gt; 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Database Schema  (Supabase PostgreSQL)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74320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16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27632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916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id          uuid  PK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66543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30551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student_id  text  UNIQUE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05456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694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first_name  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44368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3008375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last_name   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83280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4472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email      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822191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388620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course      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61104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32511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year_level  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700016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76402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created_at  timestamptz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1188720"/>
            <a:ext cx="274320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1216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subjects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1627632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16916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id          uuid  PK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2066543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5848" y="2130551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code        text  UNIQUE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505456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25694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name        text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2944368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55848" y="3008375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units       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3383280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5848" y="34472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created_at  timestamptz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1188720"/>
            <a:ext cx="274320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59" y="1216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exams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1627632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27648" y="16916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id               uuid  PK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2066543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27648" y="2130551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subject_id       uuid  FK-&gt;subjects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2505456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27648" y="25694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name             text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2944368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3008375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exam_type        text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383280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7648" y="34472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total_items      int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822191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27648" y="388620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points_per_item  float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4261104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27648" y="432511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passing_score    float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20" y="4700016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476402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created_at       timestamptz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89720" y="1188720"/>
            <a:ext cx="274320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81160" y="121615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exam_results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89720" y="1627632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99448" y="169164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id               uuid  PK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2066543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299448" y="2130551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student_id       uuid  FK-&gt;students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89720" y="2505456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99448" y="256946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exam_id          uuid  FK-&gt;exams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89720" y="2944368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99448" y="3008375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correct_answers  int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89720" y="3383280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99448" y="344728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total_score      float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9720" y="3822191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99448" y="3886200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percentage       float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189720" y="4261104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99448" y="4325112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grade            text  (MSU scale)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89720" y="4700016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99448" y="4764024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grade_point      float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89720" y="5138928"/>
            <a:ext cx="2743200" cy="4114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99448" y="5202936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remarks          text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89720" y="5577840"/>
            <a:ext cx="2743200" cy="41148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99448" y="5641848"/>
            <a:ext cx="2560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scanned_image_url text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4320" y="6291072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EC0"/>
                </a:solidFill>
              </a:rPr>
              <a:t>Row Level Security (RLS) enabled  |  UUID primary keys  |  Foreign key relationships enforced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API Endpoints — Full CRUD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868680" cy="4389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618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21615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/auth/signup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42646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Register new user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00784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700784"/>
            <a:ext cx="868680" cy="4389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17922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174650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/auth/login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1956815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Login -&gt; JWT token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231136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231136"/>
            <a:ext cx="86868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32257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227685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/students/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248716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List all students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761487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2761487"/>
            <a:ext cx="868680" cy="4389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28529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280720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/students/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30175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Create student (validated)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291839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3291839"/>
            <a:ext cx="868680" cy="43891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3383279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3337559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/students/{id}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7008" y="354787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Update student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22191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74320" y="3822191"/>
            <a:ext cx="868680" cy="43891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4320" y="3913631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07008" y="3867911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/students/{id}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7008" y="407822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Delete student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52544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74320" y="4352544"/>
            <a:ext cx="86868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4443983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008" y="439826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/subjects/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7008" y="460857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List all subjects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882896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320" y="4882896"/>
            <a:ext cx="868680" cy="4389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49743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7008" y="492861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/subjects/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07008" y="513892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Create subject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413248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5413248"/>
            <a:ext cx="868680" cy="43891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550468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7008" y="545896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/subjects/{id}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07008" y="56692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Update subject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1170432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17920" y="1170432"/>
            <a:ext cx="868680" cy="43891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126187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50608" y="1216152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/subjects/{id}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608" y="142646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Delete subject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17920" y="1700784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17920" y="1700784"/>
            <a:ext cx="86868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17920" y="179222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50608" y="174650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/exams/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50608" y="1956815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List exams (?subject_id=)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17920" y="2231136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17920" y="2231136"/>
            <a:ext cx="868680" cy="4389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17920" y="232257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50608" y="227685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/exams/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50608" y="248716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Create exam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2761487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217920" y="2761487"/>
            <a:ext cx="868680" cy="43891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217920" y="2852927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50608" y="2807207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/exams/{id}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150608" y="301752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Delete exam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217920" y="3291839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17920" y="3291839"/>
            <a:ext cx="86868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17920" y="3383279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50608" y="3337559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/results/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50608" y="354787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List results (?student_id=)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217920" y="3822191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17920" y="3822191"/>
            <a:ext cx="868680" cy="43891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17920" y="3913631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50608" y="3867911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/results/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150608" y="4078224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Submit scan + auto-grade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17920" y="4352544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217920" y="4352544"/>
            <a:ext cx="868680" cy="43891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17920" y="4443983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50608" y="4398264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/results/{id}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150608" y="460857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Delete result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217920" y="4882896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217920" y="4882896"/>
            <a:ext cx="86868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217920" y="497433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50608" y="4928616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/gpa/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50608" y="513892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Weighted GPA (?student_id=)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217920" y="5413248"/>
            <a:ext cx="557784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217920" y="5413248"/>
            <a:ext cx="86868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217920" y="550468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150608" y="5458968"/>
            <a:ext cx="23774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/dashboard/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50608" y="56692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Stats overview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74320" y="62636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D4FF"/>
                </a:solidFill>
              </a:rPr>
              <a:t>All endpoints auto-documented at  http://localhost:8000/docs  (Swagger UI)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Views — Pydantic Schemas (Input Validation)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3749039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20700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StudentCreate
schemas/student.py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673352"/>
            <a:ext cx="3749039" cy="411480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737360"/>
            <a:ext cx="35204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</a:rPr>
              <a:t>class StudentCreate(BaseModel):
    student_id: str
    first_name: str
    last_name:  str
    email:      Optional[str]
    course:     str
    year_level: int =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70432"/>
            <a:ext cx="3749039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20700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ExamResultCreate
schemas/exam_result.py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673352"/>
            <a:ext cx="3749039" cy="411480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737360"/>
            <a:ext cx="35204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</a:rPr>
              <a:t>class ExamResultCreate(BaseModel):
    student_id:      str
    exam_id:         str
    correct_answers: int
    total_score:     float
    percentage:      Optional[float]
    grade:           Optional[str]
    grade_point:     Optional[float]
    remarks:         Optional[str]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70432"/>
            <a:ext cx="3749039" cy="502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7" y="1207008"/>
            <a:ext cx="3566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AuthLogin
schemas/auth.py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673352"/>
            <a:ext cx="3749039" cy="411480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737360"/>
            <a:ext cx="3520440" cy="3977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8BDF8"/>
                </a:solidFill>
              </a:rPr>
              <a:t>class AuthLogin(BaseModel):
    email:    EmailStr
    password: str
class AuthSignup(BaseModel):
    email:    EmailStr
    password: str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5943600"/>
            <a:ext cx="11612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EC0"/>
                </a:solidFill>
              </a:rPr>
              <a:t>Pydantic automatically validates types, required fields, and email format.
FastAPI returns HTTP 422 Unprocessable Entity on invalid input.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MSU-Tawi-Tawi Grading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1645920" cy="3840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207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Percentage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057400" y="1170432"/>
            <a:ext cx="1097280" cy="3840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0552" y="120700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Grade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70432"/>
            <a:ext cx="1371600" cy="3840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2070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Grade 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170432"/>
            <a:ext cx="1645920" cy="38404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2070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72768"/>
            <a:ext cx="164592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6276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96-100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57400" y="1572768"/>
            <a:ext cx="109728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30552" y="1627632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572768"/>
            <a:ext cx="137160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1627632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1572768"/>
            <a:ext cx="164592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162763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011680"/>
            <a:ext cx="164592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066543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92-95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57400" y="2011680"/>
            <a:ext cx="109728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30552" y="2066543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0" y="2011680"/>
            <a:ext cx="137160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73552" y="2066543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1.25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2011680"/>
            <a:ext cx="164592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2066543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450591"/>
            <a:ext cx="164592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50545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88-91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57400" y="2450591"/>
            <a:ext cx="109728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30552" y="2505456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2450591"/>
            <a:ext cx="137160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73552" y="250545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2450591"/>
            <a:ext cx="164592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250545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Very Good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889504"/>
            <a:ext cx="164592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94436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84-87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57400" y="2889504"/>
            <a:ext cx="109728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30552" y="2944368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1.75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0" y="2889504"/>
            <a:ext cx="137160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73552" y="294436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1.75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17720" y="2889504"/>
            <a:ext cx="164592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90872" y="294436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Very Good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328415"/>
            <a:ext cx="164592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338328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80-83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057400" y="3328415"/>
            <a:ext cx="109728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30552" y="3383280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2.0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0" y="3328415"/>
            <a:ext cx="137160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73552" y="338328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2.0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17720" y="3328415"/>
            <a:ext cx="164592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90872" y="338328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767328"/>
            <a:ext cx="164592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382219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76-79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57400" y="3767328"/>
            <a:ext cx="109728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30552" y="3822191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2.25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3767328"/>
            <a:ext cx="137160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273552" y="3822191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2.25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17720" y="3767328"/>
            <a:ext cx="164592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690872" y="3822191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206240"/>
            <a:ext cx="164592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42611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72-75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57400" y="4206240"/>
            <a:ext cx="109728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30552" y="4261104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0" y="4206240"/>
            <a:ext cx="137160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73552" y="4261104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2.5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17720" y="4206240"/>
            <a:ext cx="164592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690872" y="4261104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Satisfactory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645152"/>
            <a:ext cx="164592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47000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68-71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57400" y="4645152"/>
            <a:ext cx="109728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130552" y="4700016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2.75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0" y="4645152"/>
            <a:ext cx="137160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273552" y="4700016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2.75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17720" y="4645152"/>
            <a:ext cx="164592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690872" y="4700016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Satisfactory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5084064"/>
            <a:ext cx="164592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" y="51389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60-67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057400" y="5084064"/>
            <a:ext cx="109728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130552" y="5138928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3.0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0" y="5084064"/>
            <a:ext cx="137160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273552" y="5138928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3.0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617720" y="5084064"/>
            <a:ext cx="1645920" cy="420624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90872" y="5138928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Passing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5522976"/>
            <a:ext cx="164592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8912" y="557784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87171"/>
                </a:solidFill>
              </a:rPr>
              <a:t>Below 60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57400" y="5522976"/>
            <a:ext cx="109728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130552" y="5577840"/>
            <a:ext cx="1005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87171"/>
                </a:solidFill>
              </a:rPr>
              <a:t>5.0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5522976"/>
            <a:ext cx="137160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73552" y="5577840"/>
            <a:ext cx="1280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87171"/>
                </a:solidFill>
              </a:rPr>
              <a:t>5.0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17720" y="5522976"/>
            <a:ext cx="1645920" cy="420624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90872" y="5577840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87171"/>
                </a:solidFill>
              </a:rPr>
              <a:t>Failed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583680" y="1170432"/>
            <a:ext cx="5303520" cy="201168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583680" y="1170432"/>
            <a:ext cx="5303520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720840" y="12618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Weighted GPA Formula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720840" y="1691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GPA = S(Grade Point x Units) / S(Units)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720840" y="21945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</a:rPr>
              <a:t>Example:  Math(3u x 1.5) + English(3u x 2.0) + PE(2u x 1.25)
= 4.5 + 6.0 + 2.5 = 13.0  /  8 units  =  GPA: 1.625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83680" y="3291840"/>
            <a:ext cx="5303520" cy="34747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720840" y="3337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GPA Interpretation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583680" y="3703320"/>
            <a:ext cx="2560320" cy="438912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675120" y="3758183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1.0 - 1.25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909560" y="3758183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Excellent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35440" y="3703320"/>
            <a:ext cx="2560320" cy="438912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326880" y="3758183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1.26 - 1.75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561319" y="3758183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Very Good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583680" y="4206240"/>
            <a:ext cx="2560320" cy="438912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675120" y="4261103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1.76 - 2.25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909560" y="4261103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Good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235440" y="4206240"/>
            <a:ext cx="2560320" cy="438912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326880" y="4261103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2.26 - 2.75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561319" y="4261103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Satisfactory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583680" y="4709160"/>
            <a:ext cx="2560320" cy="438912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675120" y="476402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2.76 - 3.0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09560" y="476402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Passing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9235440" y="4709160"/>
            <a:ext cx="2560320" cy="438912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326880" y="476402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Above 3.0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561319" y="476402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</a:rPr>
              <a:t>Failed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74320" y="62636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EC0"/>
                </a:solidFill>
              </a:rPr>
              <a:t>Grade and grade_point are auto-assigned on POST /results/ based on percentage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Setup, Run &amp; Testing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Quick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438912" cy="5303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" y="1600200"/>
            <a:ext cx="5029200" cy="53035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099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git clone  https://github.com/kayting4000/EduScan.git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438912" cy="5303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7744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2286000"/>
            <a:ext cx="5029200" cy="53035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3957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cd EduScan/backend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71800"/>
            <a:ext cx="438912" cy="5303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06324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" y="2971800"/>
            <a:ext cx="5029200" cy="53035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0815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pip install -r requirements.txt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657600"/>
            <a:ext cx="438912" cy="5303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749039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" y="3657600"/>
            <a:ext cx="5029200" cy="53035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673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Create .env  -&gt;  SUPABASE_URL + SUPABASE_KEY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43400"/>
            <a:ext cx="438912" cy="5303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43484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" y="4343400"/>
            <a:ext cx="5029200" cy="53035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4531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python -m uvicorn main:app --reload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29200"/>
            <a:ext cx="438912" cy="5303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120640"/>
            <a:ext cx="438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" y="5029200"/>
            <a:ext cx="5029200" cy="53035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13892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Open  http://localhost:8000/docs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</a:rPr>
              <a:t>Test Script  (test_api.py)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600200"/>
            <a:ext cx="5577840" cy="411480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691640"/>
            <a:ext cx="5349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8BDF8"/>
                </a:solidFill>
              </a:rPr>
              <a:t># Run while server is running:
python test_api.py
Tests:
  [Health]    GET /
  [Students]  POST / GET / PUT / DELETE
  [Subjects]  POST / GET / PUT / DELETE
  [Exams]     POST / GET / DELETE
  [Results]   POST / GET / DELETE
  [GPA]       GET /gpa/
  [Dashboard] GET /dashboard/
  [Cleanup]   removes all test 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26364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EC0"/>
                </a:solidFill>
              </a:rPr>
              <a:t>requirements.txt  |  README.md  |  test_api.py  all included in repository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88952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52928"/>
            <a:ext cx="12188952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Milestone 2 — Delivered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126187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105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FastAPI + Uvicorn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</a:rPr>
              <a:t>All services built with FastAPI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3566160" cy="126187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37160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813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MVC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8105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models/ schemas/ controllers/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488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</a:rPr>
              <a:t>Strict separation of concerns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566160" cy="126187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48132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8105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Supabase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1488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</a:rPr>
              <a:t>4 tables, FK relations, RLS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788920"/>
            <a:ext cx="3566160" cy="126187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278892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898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CRUD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2278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Students Subjects Exams Results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566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</a:rPr>
              <a:t>Full Create/Read/Update/Delete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2788920"/>
            <a:ext cx="3566160" cy="126187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278892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2898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Validation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2278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Pydantic 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566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</a:rPr>
              <a:t>Input validation + error handling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788920"/>
            <a:ext cx="3566160" cy="126187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278892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80" y="289864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Grading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32278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MSU-Tawi-Tawi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56616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</a:rPr>
              <a:t>1.0-5.0 + weighted GPA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206240"/>
            <a:ext cx="3566160" cy="126187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420624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3159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Docs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6451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Swagger UI at /docs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98347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</a:rPr>
              <a:t>Auto-generated, interactive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06240" y="4206240"/>
            <a:ext cx="3566160" cy="126187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206240" y="420624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43400" y="43159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Tests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46451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test_api.py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498347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</a:rPr>
              <a:t>Verifies all endpoints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4206240"/>
            <a:ext cx="3566160" cy="1261872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46720" y="4206240"/>
            <a:ext cx="356616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83880" y="43159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README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80" y="464515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Setup + run instructions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80" y="498347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EC0"/>
                </a:solidFill>
              </a:rPr>
              <a:t>requirements.txt included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577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Thank you! Questions?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4400" y="6035040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D4FF"/>
                </a:solidFill>
              </a:rPr>
              <a:t>github.com/kayting4000/EduScan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