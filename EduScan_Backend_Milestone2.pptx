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61518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FFFF"/>
                </a:solidFill>
              </a:rPr>
              <a:t>EduScan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4FF"/>
                </a:solidFill>
              </a:rPr>
              <a:t>Backend API — Milestone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A0AEC0"/>
                </a:solidFill>
              </a:rPr>
              <a:t>FastAPI  ·  MVC Architecture  ·  Supabase PostgreSQL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840480"/>
            <a:ext cx="2286000" cy="5029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913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Presenter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3840480"/>
            <a:ext cx="2286000" cy="5029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913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Presenter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3840480"/>
            <a:ext cx="2286000" cy="50292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913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Presenter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CCC151  |  Milestone 2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Tech Stack &amp;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🛠 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5303520" cy="4114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69164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Web framework + auto Swagger /docs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48840"/>
            <a:ext cx="5303520" cy="4114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19456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Pydantic v2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19456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Request / response validation (Views)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51760"/>
            <a:ext cx="5303520" cy="4114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974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httpx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69748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Async HTTP client → Supabase REST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154680"/>
            <a:ext cx="5303520" cy="4114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200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Supabase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20040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PostgreSQL database + Auth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5303520" cy="411480"/>
          </a:xfrm>
          <a:prstGeom prst="rect">
            <a:avLst/>
          </a:prstGeom>
          <a:solidFill>
            <a:srgbClr val="1E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0332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python-dotenv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7033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EC0"/>
                </a:solidFill>
              </a:rPr>
              <a:t>Environment variable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🏗  MVC Flow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691640"/>
            <a:ext cx="530352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17465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174650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models/  — table definitions (Supabase schema)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21945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EC0"/>
                </a:solidFill>
              </a:rPr>
              <a:t>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80360"/>
            <a:ext cx="530352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93522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VIEWS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293522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schemas/ — Pydantic request/response models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782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EC0"/>
                </a:solidFill>
              </a:rPr>
              <a:t>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069080"/>
            <a:ext cx="530352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412394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CONTROLLERS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123944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controllers/ — APIRouter endpoints +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1206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A0AEC0"/>
                </a:solidFill>
              </a:rPr>
              <a:t>Request → Controller → Model (DB) → Schema → Response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Database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26517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students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459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id (uuid PK)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984248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29967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student_id (unique)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368296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4140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first_name, last_name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752344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79806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email, course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136391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18211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year_level (int)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520440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5661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created_at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143000"/>
            <a:ext cx="26517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3756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subjects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1600200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16459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id (uuid PK)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1984248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55848" y="2029967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code (unique)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2368296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55848" y="24140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name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2752344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55848" y="279806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units (int)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46120" y="3136391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55848" y="318211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created_at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143000"/>
            <a:ext cx="26517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59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exams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1600200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27648" y="16459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id (uuid PK)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0" y="1984248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8" y="2029967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subject_id → subjects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368296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24140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name, exam_type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20" y="2752344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27648" y="279806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total_items, points_per_item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3136391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27648" y="318211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passing_score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3520440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8" y="35661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created_at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1143000"/>
            <a:ext cx="2651760" cy="4114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81160" y="1188720"/>
            <a:ext cx="2468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exam_results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1600200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99448" y="164592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id (uuid PK)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1984248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99448" y="2029967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student_id → students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9720" y="2368296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99448" y="2414015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exam_id → exams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189720" y="2752344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299448" y="2798063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correct_answers, total_score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89720" y="3136391"/>
            <a:ext cx="2651760" cy="36576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299448" y="3182111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percentage, grade, remarks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20" y="3520440"/>
            <a:ext cx="2651760" cy="36576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99448" y="3566160"/>
            <a:ext cx="2468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EC0"/>
                </a:solidFill>
              </a:rPr>
              <a:t>scanned_image_url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0AEC0"/>
                </a:solidFill>
              </a:rPr>
              <a:t>All tables hosted on Supabase (PostgreSQL) · Row Level Security enabled · UUID primary keys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API Endpoints — Full CRUD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23444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188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99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all students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" y="18288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1783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199339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student (validated)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33172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331720"/>
            <a:ext cx="9144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2608" y="24231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37743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/students/{id}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2587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Update student fields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8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2926080"/>
            <a:ext cx="9144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2608" y="301752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2971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/students/{id}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1821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Remove student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52044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352044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92608" y="361188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3566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37764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all subjects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1480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11480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92608" y="420624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4160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370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subject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470916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4320" y="4709160"/>
            <a:ext cx="914400" cy="502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2608" y="48006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754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/subjects/{id}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49651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Update subject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30352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74320" y="5303520"/>
            <a:ext cx="9144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" y="5394959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34440" y="53492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/subjects/{id}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34440" y="5559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Remove subject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114300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114300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36207" y="123444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11887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13990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exams (filter by subject)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17920" y="173736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217920" y="173736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36207" y="18288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78040" y="17830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78040" y="1993391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Create exam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17920" y="233172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217920" y="2331720"/>
            <a:ext cx="914400" cy="50292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236207" y="242316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DELETE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178040" y="2377439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/exams/{id}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2587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Remove exam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292608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217920" y="292608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36207" y="301752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178040" y="297180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/results/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178040" y="318211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List exam results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20" y="352044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7920" y="352044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36207" y="361188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178040" y="356616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/results/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78040" y="377647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Submit scan result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17920" y="411480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217920" y="411480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236207" y="420624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178040" y="416052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/grades/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178040" y="437083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Aggregated grade report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217920" y="470916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17920" y="4709160"/>
            <a:ext cx="9144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36207" y="4800600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78040" y="475488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/dashboard/stats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178040" y="496519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Dashboard statistics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217920" y="5303520"/>
            <a:ext cx="5577840" cy="50292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217920" y="5303520"/>
            <a:ext cx="914400" cy="5029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236207" y="5394959"/>
            <a:ext cx="87782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178040" y="5349240"/>
            <a:ext cx="2286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/auth/login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78040" y="5559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0AEC0"/>
                </a:solidFill>
              </a:rPr>
              <a:t>User login → JWT token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00D4FF"/>
                </a:solidFill>
              </a:rPr>
              <a:t>All endpoints auto-documented at  http://localhost:8000/docs  (Swagger UI)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Code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1143000"/>
            <a:ext cx="3749039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Model  (models/student.py)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3749039" cy="4389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572768"/>
            <a:ext cx="3520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TABLE = "students"
# Supabase PostgreSQL table
# id, student_id, first_name,
# last_name, email, course,
# year_level,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60520" y="1143000"/>
            <a:ext cx="3749039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59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Schema / View  (schemas/student.py)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508760"/>
            <a:ext cx="3749039" cy="4389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572768"/>
            <a:ext cx="3520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class StudentCreate(BaseModel):
    student_id: str
    first_name: str
    last_name:  str
    email:      Optional[str]
    course:     str
    year_level: int 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143000"/>
            <a:ext cx="3749039" cy="3657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1704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Controller  (controllers/students.py)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3749039" cy="4389120"/>
          </a:xfrm>
          <a:prstGeom prst="rect">
            <a:avLst/>
          </a:prstGeom>
          <a:solidFill>
            <a:srgbClr val="0D13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83880" y="1572768"/>
            <a:ext cx="352044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38BDF8"/>
                </a:solidFill>
              </a:rPr>
              <a:t>@router.post("/students/")
async def create_student(
    body: StudentCreate
):
    res = await client.post(
        rest_url(TABLE),
        json=body.model_dump()
    )
    return res.json()[0]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12648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Strict separation: Models define tables · Schemas validate I/O · Controllers handle HTTP logic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Setup &amp; 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⚡  Quick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1907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645920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737360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cd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04288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304288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95728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pip install -r requirements.txt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62656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35808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2962656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054096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Add .env  →  SUPABASE_URL + SUPABASE_KEY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621024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694176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3621024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712463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uvicorn main:app --reload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79392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52544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4279392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370831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Open  http://localhost:8000/docs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937759"/>
            <a:ext cx="411480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010912"/>
            <a:ext cx="411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937759"/>
            <a:ext cx="4846320" cy="475488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5029199"/>
            <a:ext cx="4663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python test_api.py  (verify all endpoints)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D4FF"/>
                </a:solidFill>
              </a:rPr>
              <a:t>🎯  Demo Checklist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1645920"/>
            <a:ext cx="5303520" cy="4572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20840" y="17190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Swagger UI at /docs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0" y="2194560"/>
            <a:ext cx="5303520" cy="4572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22677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POST /students/ — create with validation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2743200"/>
            <a:ext cx="5303520" cy="4572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28163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GET  /students/ — list all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0" y="3291839"/>
            <a:ext cx="5303520" cy="4572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33649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PUT  /students/{id} —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0" y="3840480"/>
            <a:ext cx="5303520" cy="4572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391363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DELETE /students/{id} — remove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0" y="4389120"/>
            <a:ext cx="5303520" cy="4572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46227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POST /results/ — submit exam scan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0" y="4937759"/>
            <a:ext cx="5303520" cy="45720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01091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GET  /grades/ — aggregated report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0" y="5486400"/>
            <a:ext cx="5303520" cy="457200"/>
          </a:xfrm>
          <a:prstGeom prst="rect">
            <a:avLst/>
          </a:prstGeom>
          <a:solidFill>
            <a:srgbClr val="161D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5559552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✅  python test_api.py — automated test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4320" y="6263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0AEC0"/>
                </a:solidFill>
              </a:rPr>
              <a:t>Repository includes README.md · requirements.txt · test_api.py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06624"/>
            <a:ext cx="12188952" cy="2743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Milestone 2 — Delivered ✅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MVC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901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models/ · schemas/ · controllers/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5448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62763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16002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FastAPI + Pydantic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190195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Auto-validation, async endpoints, Swagger /docs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6032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63347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2606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Supabase 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19" y="290779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4 tables, UUID PKs, RLS, relational FKs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56032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8" y="263347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260603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Full CRUD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0779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Students · Subjects · Exams · Results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56616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363931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19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Test Script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19" y="3913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test_api.py verifies all endpoints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3566160"/>
            <a:ext cx="5394960" cy="777240"/>
          </a:xfrm>
          <a:prstGeom prst="rect">
            <a:avLst/>
          </a:prstGeom>
          <a:solidFill>
            <a:srgbClr val="1A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27648" y="3639312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6118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</a:rPr>
              <a:t>README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91363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EC0"/>
                </a:solidFill>
              </a:rPr>
              <a:t>Setup, install, run instructions included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663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Thank you!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EC0"/>
                </a:solidFill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